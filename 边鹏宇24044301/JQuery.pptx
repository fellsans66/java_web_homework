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为了解决原生Ajax的痛点，各种封装库应运而生。其中最著名的就是JQuery的Ajax。接下来我们进入第二部分，看看JQuery是如何简化异步请求的。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JQuery的`$.ajax`方法，本质上就是对原生XHR的一个高层封装。它帮我们把那些繁琐的步骤都隐藏起来了，提供了一个非常简洁的API。我们只需要传入一个配置对象，指定URL、方法、成功和失败的回调函数，剩下的事情JQuery都帮我们搞定了，包括跨浏览器的兼容性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比一下JQuery的代码。同样是GET请求，代码量大大减少，结构也清晰得多。我们通过一个配置对象来描述整个请求，`success`和`error`回调语义明确。除此之外，JQuery还提供了`$.get`和`$.post`这样的快捷方法，让简单的请求写起来更加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JQuery Ajax的优点是显而易见的：简洁、高效、兼容性好。它极大地提升了开发效率。但缺点也同样存在：它强依赖JQuery库，这在现代前端项目中可能会显得格格不入。而且，它封装得太好，导致我们对底层的控制能力变弱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0E0D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JQuery异步 ($.ajax)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JQuery异步：定义与核心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41E28">
              <a:alpha val="9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651000"/>
            <a:ext cx="1003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对原生 XMLHttpRequest 的高层封装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159000"/>
            <a:ext cx="1003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JQuery异步是指使用库提供的</a:t>
            </a:r>
            <a:r>
              <a:rPr lang="en-US" sz="1400" b="0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$.ajax()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方法及其衍生的快捷函数（如 $.get()、$.post()）实现 Ajax 通信。它并非全新的技术实现，而是对浏览器原生网络请求能力的一次优雅且强大的上层抽象。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5207000" cy="3111500"/>
          </a:xfrm>
          <a:prstGeom prst="roundRect">
            <a:avLst>
              <a:gd name="adj" fmla="val 0"/>
            </a:avLst>
          </a:prstGeom>
          <a:solidFill>
            <a:srgbClr val="141E28">
              <a:alpha val="9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5207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3655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核心设计思想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064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以“Write Less, Do More”为理念，提供一个简洁、易用且具备高度跨浏览器兼容性的统一API。将原生XHR中繁琐的状态判断、事件监听和错误处理等底层细节全部隐藏，让开发者从重复的基础代码中解放出来，专注于业务逻辑的实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461000"/>
            <a:ext cx="4699000" cy="6350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5524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0EB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本质：用更优雅的语法糖，解决原生开发的复杂度问题。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5968">
            <a:off x="4667250" y="4724413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350000" y="31750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141E28">
              <a:alpha val="9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3175000"/>
            <a:ext cx="50800" cy="1587500"/>
          </a:xfrm>
          <a:prstGeom prst="roundRect">
            <a:avLst>
              <a:gd name="adj" fmla="val 0"/>
            </a:avLst>
          </a:prstGeom>
          <a:solidFill>
            <a:srgbClr val="40E0D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32766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参数标准化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3810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统一各类请求配置格式，自动转换数据类型，将复杂的参数拼接过程标准化，大幅降低配置门槛。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07500" y="31750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141E28">
              <a:alpha val="9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207500" y="3175000"/>
            <a:ext cx="50800" cy="1587500"/>
          </a:xfrm>
          <a:prstGeom prst="roundRect">
            <a:avLst>
              <a:gd name="adj" fmla="val 0"/>
            </a:avLst>
          </a:prstGeom>
          <a:solidFill>
            <a:srgbClr val="40E0D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398000" y="32766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兼容性处理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398000" y="3810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内置适配不同浏览器的XHR对象创建逻辑，自动抹平各平台在网络请求底层实现上的差异。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48895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141E28">
              <a:alpha val="9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350000" y="4889500"/>
            <a:ext cx="50800" cy="1587500"/>
          </a:xfrm>
          <a:prstGeom prst="roundRect">
            <a:avLst>
              <a:gd name="adj" fmla="val 0"/>
            </a:avLst>
          </a:prstGeom>
          <a:solidFill>
            <a:srgbClr val="40E0D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40500" y="49911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数据自动处理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40500" y="55245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智能识别并解析响应内容，自动处理JSON、XML等格式，直接返回可使用的JavaScript对象。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07500" y="48895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141E28">
              <a:alpha val="90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207500" y="4889500"/>
            <a:ext cx="50800" cy="1587500"/>
          </a:xfrm>
          <a:prstGeom prst="roundRect">
            <a:avLst>
              <a:gd name="adj" fmla="val 0"/>
            </a:avLst>
          </a:prstGeom>
          <a:solidFill>
            <a:srgbClr val="40E0D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398000" y="49911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回调语义化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398000" y="55245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 success、error 等直观的回调函数，替代原生复杂的 readyState 状态判断与事件监听。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JQuery异步：代码实战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6604000" cy="3111500"/>
          </a:xfrm>
          <a:prstGeom prst="roundRect">
            <a:avLst>
              <a:gd name="adj" fmla="val 0"/>
            </a:avLst>
          </a:prstGeom>
          <a:solidFill>
            <a:srgbClr val="141928">
              <a:alpha val="92000"/>
            </a:srgbClr>
          </a:solidFill>
          <a:ln w="12700" cap="flat" cmpd="sng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6604000" cy="4572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526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31900" y="17526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11300" y="17526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905000" y="17145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0E0D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$.ajax() 核心请求配置示例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2222500"/>
            <a:ext cx="6350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$.ajax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({</a:t>
            </a:r>
            <a:endParaRPr lang="en-US" sz="1100"/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url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'https://api.example.com/data'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endParaRPr lang="en-US" sz="12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method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'GET'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请求方式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{ id: 1 },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携带参数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success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200" b="0" i="0" u="none" strike="noStrike">
                <a:solidFill>
                  <a:srgbClr val="E5C0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function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(res) { console.log(res); },</a:t>
            </a:r>
            <a:endParaRPr lang="en-US" sz="12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error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</a:t>
            </a:r>
            <a:r>
              <a:rPr lang="en-US" sz="1200" b="0" i="0" u="none" strike="noStrike">
                <a:solidFill>
                  <a:srgbClr val="E5C0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function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(err) { console.error(err); }</a:t>
            </a:r>
            <a:endParaRPr lang="en-US" sz="12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});</a:t>
            </a:r>
            <a:endParaRPr lang="en-US" sz="12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0" y="1651000"/>
            <a:ext cx="39370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0E0D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810500" y="18415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异步编程的优雅封装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10500" y="2413000"/>
            <a:ext cx="361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通过配置对象统一管理请求细节，将复杂的 XMLHttpRequest 原生 API 抽象为可读性极强的声明式代码。自动处理响应数据类型转换，让开发者聚焦业务逻辑而非底层实现。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810500" y="3683000"/>
            <a:ext cx="3619500" cy="9525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937500" y="37846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4F0E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核心价值：解决了早期AJAX开发中严重的“回调地狱”问题，提供了跨浏览器的一致性体验，是Web 2.0时代前端异步交互的基石。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53340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293B">
                  <a:alpha val="95000"/>
                </a:srgbClr>
              </a:gs>
              <a:gs pos="100000">
                <a:srgbClr val="0F172A">
                  <a:alpha val="98000"/>
                </a:srgbClr>
              </a:gs>
            </a:gsLst>
            <a:lin ang="2700000"/>
          </a:gra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953000"/>
            <a:ext cx="50800" cy="14605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080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$.get() —— 轻量获取资源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4864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AC4D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专为查询数据设计的快捷语法糖。省略了配置对象，直接传入 URL、参数和成功回调。自动设置请求头，常用于页面初始化数据加载或无副作用的查询操作。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4953000"/>
            <a:ext cx="53340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293B">
                  <a:alpha val="95000"/>
                </a:srgbClr>
              </a:gs>
              <a:gs pos="100000">
                <a:srgbClr val="0F172A">
                  <a:alpha val="98000"/>
                </a:srgbClr>
              </a:gs>
            </a:gsLst>
            <a:lin ang="2700000"/>
          </a:gra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4953000"/>
            <a:ext cx="50800" cy="1460500"/>
          </a:xfrm>
          <a:prstGeom prst="roundRect">
            <a:avLst>
              <a:gd name="adj" fmla="val 0"/>
            </a:avLst>
          </a:prstGeom>
          <a:solidFill>
            <a:srgbClr val="F472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5080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472B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$.post() —— 高效提交数据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54864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AC4D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针对数据提交场景的简化接口。默认以表单形式发送数据，适用于用户注册、登录、内容发布等有状态变更的交互。底层依然基于 $.ajax，保留了核心的错误处理能力。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JQuery异步：优缺点分析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4826000"/>
          </a:xfrm>
          <a:prstGeom prst="roundRect">
            <a:avLst>
              <a:gd name="adj" fmla="val 0"/>
            </a:avLst>
          </a:prstGeom>
          <a:solidFill>
            <a:srgbClr val="14191E">
              <a:alpha val="8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4826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1841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语法简洁高效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2349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极大减少原生Ajax的代码量，API设计直观易懂，无需手动处理复杂的XHR对象，显著提升前端开发与调试效率。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17145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83000" y="1841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完美兼容适配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2349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内部封装了对IE等老旧浏览器的兼容处理，开发者无需编写大量兼容代码，即可实现不同环境下的稳定数据交互。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0005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4127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内置核心能力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" y="4635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原生支持JSONP跨域方案，提供全局Ajax事件监听机制，可统一处理请求成功、失败及完成后的各类业务逻辑。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56000" y="40005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40E0D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683000" y="4127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流畅链式操作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83000" y="4635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支持Promise风格的链式调用语法（.done()/.fail()/.always()），让异步代码的执行流程更加清晰、线性，易于维护。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90953">
            <a:off x="3810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350000" y="1524000"/>
            <a:ext cx="5334000" cy="4826000"/>
          </a:xfrm>
          <a:prstGeom prst="roundRect">
            <a:avLst>
              <a:gd name="adj" fmla="val 0"/>
            </a:avLst>
          </a:prstGeom>
          <a:solidFill>
            <a:srgbClr val="14191E">
              <a:alpha val="85000"/>
            </a:srgbClr>
          </a:solidFill>
          <a:ln w="12700" cap="flat" cmpd="sng">
            <a:solidFill>
              <a:srgbClr val="F8717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1524000"/>
            <a:ext cx="50800" cy="4826000"/>
          </a:xfrm>
          <a:prstGeom prst="roundRect">
            <a:avLst>
              <a:gd name="adj" fmla="val 0"/>
            </a:avLst>
          </a:prstGeom>
          <a:solidFill>
            <a:srgbClr val="F871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17145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F8717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67500" y="1841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强库依赖负担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67500" y="2349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仅为了异步请求功能，必须引入整个JQuery核心库，增加了项目的打包体积和网络加载成本，在轻量化场景下性价比低。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080500" y="1714500"/>
            <a:ext cx="2476500" cy="2095500"/>
          </a:xfrm>
          <a:prstGeom prst="roundRect">
            <a:avLst>
              <a:gd name="adj" fmla="val 0"/>
            </a:avLst>
          </a:prstGeom>
          <a:solidFill>
            <a:srgbClr val="F8717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207500" y="1841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技术生态滞后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07500" y="2349500"/>
            <a:ext cx="222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在现代React、Vue等主流前端框架的开发模式中，JQuery的设计理念与组件化、虚拟DOM思想相悖，逐渐被原生Fetch和Axios取代。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40500" y="4000500"/>
            <a:ext cx="5016500" cy="2095500"/>
          </a:xfrm>
          <a:prstGeom prst="roundRect">
            <a:avLst>
              <a:gd name="adj" fmla="val 0"/>
            </a:avLst>
          </a:prstGeom>
          <a:solidFill>
            <a:srgbClr val="F8717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67500" y="4127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底层控制能力较弱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67500" y="46355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为了易用性牺牲了部分灵活性，相比原生XMLHttpRequest，开发者难以对请求头、进度事件、超时控制等底层细节进行精细化操作。对于需要高度定制化网络请求的复杂业务场景，其封装会成为一种限制。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1577</Words>
  <Application>WPS 演示</Application>
  <PresentationFormat>宽屏</PresentationFormat>
  <Paragraphs>88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Noto Sans SC</vt:lpstr>
      <vt:lpstr>Consolas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32813</dc:creator>
  <cp:lastModifiedBy>CYD</cp:lastModifiedBy>
  <cp:revision>157</cp:revision>
  <dcterms:created xsi:type="dcterms:W3CDTF">2019-06-19T02:08:00Z</dcterms:created>
  <dcterms:modified xsi:type="dcterms:W3CDTF">2026-05-31T12:18:35Z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FA7CC423C8204406A719D4FF1FDF2E88_11</vt:lpwstr>
  </property>
</Properties>
</file>